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11339-DC0E-4CB6-AC4F-D0917CF15AEE}" v="41" dt="2025-11-21T15:03:53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15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Melo" userId="463a468c9a6272b5" providerId="LiveId" clId="{2E2A9742-2BAE-47DF-87F7-C4C5E8B77400}"/>
    <pc:docChg chg="undo custSel modSld">
      <pc:chgData name="Bruno Melo" userId="463a468c9a6272b5" providerId="LiveId" clId="{2E2A9742-2BAE-47DF-87F7-C4C5E8B77400}" dt="2025-11-21T15:03:53.272" v="126"/>
      <pc:docMkLst>
        <pc:docMk/>
      </pc:docMkLst>
      <pc:sldChg chg="modSp mod">
        <pc:chgData name="Bruno Melo" userId="463a468c9a6272b5" providerId="LiveId" clId="{2E2A9742-2BAE-47DF-87F7-C4C5E8B77400}" dt="2025-11-21T15:03:53.272" v="126"/>
        <pc:sldMkLst>
          <pc:docMk/>
          <pc:sldMk cId="1291481643" sldId="256"/>
        </pc:sldMkLst>
        <pc:spChg chg="mod">
          <ac:chgData name="Bruno Melo" userId="463a468c9a6272b5" providerId="LiveId" clId="{2E2A9742-2BAE-47DF-87F7-C4C5E8B77400}" dt="2025-11-21T14:59:10.323" v="47" actId="1036"/>
          <ac:spMkLst>
            <pc:docMk/>
            <pc:sldMk cId="1291481643" sldId="256"/>
            <ac:spMk id="6" creationId="{5DC93426-6EB9-2E0F-75EB-CC8414113EC1}"/>
          </ac:spMkLst>
        </pc:spChg>
        <pc:spChg chg="mod">
          <ac:chgData name="Bruno Melo" userId="463a468c9a6272b5" providerId="LiveId" clId="{2E2A9742-2BAE-47DF-87F7-C4C5E8B77400}" dt="2025-11-21T14:59:10.323" v="47" actId="1036"/>
          <ac:spMkLst>
            <pc:docMk/>
            <pc:sldMk cId="1291481643" sldId="256"/>
            <ac:spMk id="7" creationId="{0AB0EB86-3D07-F6E1-C7E6-FC42C24086DF}"/>
          </ac:spMkLst>
        </pc:spChg>
        <pc:spChg chg="mod">
          <ac:chgData name="Bruno Melo" userId="463a468c9a6272b5" providerId="LiveId" clId="{2E2A9742-2BAE-47DF-87F7-C4C5E8B77400}" dt="2025-11-21T15:01:00.342" v="90" actId="20577"/>
          <ac:spMkLst>
            <pc:docMk/>
            <pc:sldMk cId="1291481643" sldId="256"/>
            <ac:spMk id="8" creationId="{37E54A1B-9ECB-EFA2-A40E-DE6CC58C6120}"/>
          </ac:spMkLst>
        </pc:spChg>
        <pc:spChg chg="mod">
          <ac:chgData name="Bruno Melo" userId="463a468c9a6272b5" providerId="LiveId" clId="{2E2A9742-2BAE-47DF-87F7-C4C5E8B77400}" dt="2025-11-21T14:59:10.323" v="47" actId="1036"/>
          <ac:spMkLst>
            <pc:docMk/>
            <pc:sldMk cId="1291481643" sldId="256"/>
            <ac:spMk id="13" creationId="{0328E0CF-7549-B6F4-1423-6FD96D9ED493}"/>
          </ac:spMkLst>
        </pc:spChg>
        <pc:picChg chg="mod modCrop">
          <ac:chgData name="Bruno Melo" userId="463a468c9a6272b5" providerId="LiveId" clId="{2E2A9742-2BAE-47DF-87F7-C4C5E8B77400}" dt="2025-11-21T15:03:53.272" v="126"/>
          <ac:picMkLst>
            <pc:docMk/>
            <pc:sldMk cId="1291481643" sldId="256"/>
            <ac:picMk id="5" creationId="{1608836E-7168-6931-BD83-C2029E9013FC}"/>
          </ac:picMkLst>
        </pc:picChg>
        <pc:picChg chg="mod">
          <ac:chgData name="Bruno Melo" userId="463a468c9a6272b5" providerId="LiveId" clId="{2E2A9742-2BAE-47DF-87F7-C4C5E8B77400}" dt="2025-11-21T14:59:16.821" v="58" actId="1035"/>
          <ac:picMkLst>
            <pc:docMk/>
            <pc:sldMk cId="1291481643" sldId="256"/>
            <ac:picMk id="12" creationId="{22A5064F-85C2-1564-6977-2DB5F56F7AA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2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6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4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98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2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2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5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85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2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0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81E62-D8BF-4866-B79F-E57A1C2DBAC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CF918-3C5E-4B08-BBE1-530F7A007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3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629C-4340-C764-CF90-4BE17B215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1370A-A982-61A3-02C1-B0F97B9A2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red lights on a black background&#10;&#10;AI-generated content may be incorrect.">
            <a:extLst>
              <a:ext uri="{FF2B5EF4-FFF2-40B4-BE49-F238E27FC236}">
                <a16:creationId xmlns:a16="http://schemas.microsoft.com/office/drawing/2014/main" id="{1608836E-7168-6931-BD83-C2029E901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95" r="628" b="6516"/>
          <a:stretch>
            <a:fillRect/>
          </a:stretch>
        </p:blipFill>
        <p:spPr>
          <a:xfrm>
            <a:off x="5374" y="0"/>
            <a:ext cx="7774726" cy="1005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C93426-6EB9-2E0F-75EB-CC8414113EC1}"/>
              </a:ext>
            </a:extLst>
          </p:cNvPr>
          <p:cNvSpPr txBox="1"/>
          <p:nvPr/>
        </p:nvSpPr>
        <p:spPr>
          <a:xfrm>
            <a:off x="1665828" y="344884"/>
            <a:ext cx="4453824" cy="73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86" b="1" dirty="0">
                <a:solidFill>
                  <a:schemeClr val="bg1"/>
                </a:solidFill>
              </a:rPr>
              <a:t>Silicon Photonics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0EB86-3D07-F6E1-C7E6-FC42C24086DF}"/>
              </a:ext>
            </a:extLst>
          </p:cNvPr>
          <p:cNvSpPr txBox="1"/>
          <p:nvPr/>
        </p:nvSpPr>
        <p:spPr>
          <a:xfrm>
            <a:off x="1727507" y="1235106"/>
            <a:ext cx="4330460" cy="108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40" i="1" dirty="0">
                <a:solidFill>
                  <a:schemeClr val="bg1"/>
                </a:solidFill>
              </a:rPr>
              <a:t>Design, Fabrication  and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54A1B-9ECB-EFA2-A40E-DE6CC58C6120}"/>
              </a:ext>
            </a:extLst>
          </p:cNvPr>
          <p:cNvSpPr txBox="1"/>
          <p:nvPr/>
        </p:nvSpPr>
        <p:spPr>
          <a:xfrm>
            <a:off x="1957222" y="8592955"/>
            <a:ext cx="3857959" cy="108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93" dirty="0">
                <a:solidFill>
                  <a:schemeClr val="bg1"/>
                </a:solidFill>
              </a:rPr>
              <a:t>Bruno Fernando Abreu de Melo</a:t>
            </a:r>
          </a:p>
          <a:p>
            <a:pPr algn="ctr"/>
            <a:r>
              <a:rPr lang="en-US" sz="2093" dirty="0">
                <a:solidFill>
                  <a:schemeClr val="bg1"/>
                </a:solidFill>
              </a:rPr>
              <a:t>ETH Zürich</a:t>
            </a:r>
          </a:p>
          <a:p>
            <a:pPr algn="ctr"/>
            <a:r>
              <a:rPr lang="en-US" sz="2093" dirty="0">
                <a:solidFill>
                  <a:schemeClr val="bg1"/>
                </a:solidFill>
              </a:rPr>
              <a:t>2025</a:t>
            </a:r>
          </a:p>
        </p:txBody>
      </p:sp>
      <p:pic>
        <p:nvPicPr>
          <p:cNvPr id="12" name="Picture 11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A5064F-85C2-1564-6977-2DB5F56F7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062" y="9061260"/>
            <a:ext cx="1300025" cy="731264"/>
          </a:xfrm>
          <a:prstGeom prst="rect">
            <a:avLst/>
          </a:prstGeom>
        </p:spPr>
      </p:pic>
      <p:sp>
        <p:nvSpPr>
          <p:cNvPr id="13" name="Parallelogram 12">
            <a:extLst>
              <a:ext uri="{FF2B5EF4-FFF2-40B4-BE49-F238E27FC236}">
                <a16:creationId xmlns:a16="http://schemas.microsoft.com/office/drawing/2014/main" id="{0328E0CF-7549-B6F4-1423-6FD96D9ED493}"/>
              </a:ext>
            </a:extLst>
          </p:cNvPr>
          <p:cNvSpPr/>
          <p:nvPr/>
        </p:nvSpPr>
        <p:spPr>
          <a:xfrm>
            <a:off x="1697368" y="1053278"/>
            <a:ext cx="4390742" cy="112158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83"/>
          </a:p>
        </p:txBody>
      </p:sp>
    </p:spTree>
    <p:extLst>
      <p:ext uri="{BB962C8B-B14F-4D97-AF65-F5344CB8AC3E}">
        <p14:creationId xmlns:p14="http://schemas.microsoft.com/office/powerpoint/2010/main" val="129148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Abreu de Melo  Bruno Fernando</dc:creator>
  <cp:lastModifiedBy>Abreu de Melo  Bruno Fernando</cp:lastModifiedBy>
  <cp:revision>1</cp:revision>
  <dcterms:created xsi:type="dcterms:W3CDTF">2025-11-20T16:30:11Z</dcterms:created>
  <dcterms:modified xsi:type="dcterms:W3CDTF">2025-11-21T15:03:59Z</dcterms:modified>
</cp:coreProperties>
</file>